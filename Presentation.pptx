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Hedging a $1bn Investment Across CNH · INR · JPY · KRW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the interest-rate gap means the company gets PAID to hedge 3 of 4 currencies — hedge with forwards.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509760" y="22860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0" y="2286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+1.5% p.a.</a:t>
            </a:r>
            <a:endParaRPr lang="en-US" sz="2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carry EARNED by hedging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 ·  market data, 30-Jun-26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5577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13232"/>
                <a:gridCol w="713232"/>
                <a:gridCol w="566928"/>
                <a:gridCol w="914400"/>
                <a:gridCol w="749808"/>
                <a:gridCol w="10058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1Y Fwd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Fwd carry*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worst move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USDCNH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USDINR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USDJPY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162.51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157.70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USDKRW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1548.9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1536.7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03580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Spot/Fwd − 1: positive = earn by selling local ccy forward.  Unhedged 95% 1Y VaR on $1bn ≈ −$110m; worst realised loss in data: −$69m.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352958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 ·  257 rolling 1Y hedges backtested on the dataset ($1bn portfolio)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31336"/>
          <a:ext cx="55778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554480"/>
                <a:gridCol w="1554480"/>
                <a:gridCol w="10515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FX return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Certainty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No hedge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−2.3%  (−$23m)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−6.9%  (−$69m)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Forwards 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+1.5%  (+$15m)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+1.2%  (+$12m)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Put options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−0.9%  (−$9m)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−1.6%  (−$16m)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+ upside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50749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beat both alternatives on average AND in the worst case — a rare free lunch created by positive carry in JPY, CNH, KRW.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355080" y="12984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STRATEGIES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355080" y="1627632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4F7FE"/>
          </a:solidFill>
          <a:ln/>
        </p:spPr>
      </p:sp>
      <p:sp>
        <p:nvSpPr>
          <p:cNvPr id="14" name="Shape 10"/>
          <p:cNvSpPr/>
          <p:nvPr/>
        </p:nvSpPr>
        <p:spPr>
          <a:xfrm>
            <a:off x="6483096" y="181965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1"/>
          <p:cNvSpPr/>
          <p:nvPr/>
        </p:nvSpPr>
        <p:spPr>
          <a:xfrm>
            <a:off x="6483096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922008" y="1682496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nothing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keeps upside — but a 10–15% EM sell-off wipes out ~2–3 yrs of investment returns.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355080" y="246888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7F3EB"/>
          </a:solidFill>
          <a:ln/>
        </p:spPr>
      </p:sp>
      <p:sp>
        <p:nvSpPr>
          <p:cNvPr id="18" name="Shape 14"/>
          <p:cNvSpPr/>
          <p:nvPr/>
        </p:nvSpPr>
        <p:spPr>
          <a:xfrm>
            <a:off x="6483096" y="2660904"/>
            <a:ext cx="329184" cy="329184"/>
          </a:xfrm>
          <a:prstGeom prst="ellipse">
            <a:avLst/>
          </a:prstGeom>
          <a:solidFill>
            <a:srgbClr val="1F7A3D"/>
          </a:solidFill>
          <a:ln/>
        </p:spPr>
      </p:sp>
      <p:sp>
        <p:nvSpPr>
          <p:cNvPr id="19" name="Text 15"/>
          <p:cNvSpPr/>
          <p:nvPr/>
        </p:nvSpPr>
        <p:spPr>
          <a:xfrm>
            <a:off x="6483096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922008" y="2523744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1Y forwards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today's economics with ZERO cost — net +1.5% carry earned. Outcome fully certain.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355080" y="331012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4F7FE"/>
          </a:solidFill>
          <a:ln/>
        </p:spPr>
      </p:sp>
      <p:sp>
        <p:nvSpPr>
          <p:cNvPr id="22" name="Shape 18"/>
          <p:cNvSpPr/>
          <p:nvPr/>
        </p:nvSpPr>
        <p:spPr>
          <a:xfrm>
            <a:off x="6483096" y="350215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19"/>
          <p:cNvSpPr/>
          <p:nvPr/>
        </p:nvSpPr>
        <p:spPr>
          <a:xfrm>
            <a:off x="6483096" y="3502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922008" y="3364992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ATM put options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Insurance: floor losses, keep upside. Costs ~2.6% of notional (~$26m/yr) in premium.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355080" y="4224528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26" name="Text 22"/>
          <p:cNvSpPr/>
          <p:nvPr/>
        </p:nvSpPr>
        <p:spPr>
          <a:xfrm>
            <a:off x="6583680" y="434340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with 1Y forwards, rolled quarterly.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CNH / JPY / KRW — hedge 100%: forwards pay +0.8% to +3.1% — risk removed at negative cost.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INR: forward costs 2.9%; hedge 75% + review quarterly (RBI keeps INR vol at just 5%).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Trigger: if Fed cuts and USD weakens, unwind gains accrue to the forwards.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turns from −$69m into a guaranteed +$12m.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Casestudy_Data.xlsx (Jul-24 → Jun-26, 1Y spot/forward/ATM vol) · Option premium ≈ 0.4×vol×√T · Model: FX_Hedging_Model.xlsx + Streamlit app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2026-07-06T00:48:37Z</dcterms:created>
  <dcterms:modified xsi:type="dcterms:W3CDTF">2026-07-06T00:48:37Z</dcterms:modified>
</cp:coreProperties>
</file>